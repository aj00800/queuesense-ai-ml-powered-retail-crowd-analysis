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QueueSense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ML-Powered Retail Crowd Analysis &amp; Queue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Retail stores/malls need real-time crowd visibility to manage queues and avoid congestion.</a:t>
            </a:r>
          </a:p>
          <a:p>
            <a:pPr>
              <a:defRPr sz="1800"/>
            </a:pPr>
            <a:r>
              <a:t>Manual headcounts don't scale; CCTV footage is underused for actionable insight.</a:t>
            </a:r>
          </a:p>
          <a:p>
            <a:pPr>
              <a:defRPr sz="1800"/>
            </a:pPr>
            <a:r>
              <a:t>Objective: from a single camera frame -</a:t>
            </a:r>
          </a:p>
          <a:p>
            <a:pPr>
              <a:defRPr sz="1800"/>
            </a:pPr>
            <a:r>
              <a:t>  Count people accurately</a:t>
            </a:r>
          </a:p>
          <a:p>
            <a:pPr>
              <a:defRPr sz="1800"/>
            </a:pPr>
            <a:r>
              <a:t>  Visualize crowd density as a heatmap</a:t>
            </a:r>
          </a:p>
          <a:p>
            <a:pPr>
              <a:defRPr sz="1800"/>
            </a:pPr>
            <a:r>
              <a:t>  Suggest the least-crowded zone to place a queue</a:t>
            </a:r>
          </a:p>
          <a:p>
            <a:pPr>
              <a:defRPr sz="1800"/>
            </a:pPr>
            <a:r>
              <a:t>  Generalize to new frames via a trained CNN (no manual annotation needed)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Dataset + EDA /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Mall Dataset: 2000 frames (640x480), exact (x,y) head-position annotations per person.</a:t>
            </a:r>
          </a:p>
          <a:p>
            <a:pPr>
              <a:defRPr sz="1800"/>
            </a:pPr>
            <a:r>
              <a:t>EDA: count per frame ranges 13-53, mean = 31.2 -&gt; used to calibrate the high-crowd alert threshold (35).</a:t>
            </a:r>
          </a:p>
          <a:p>
            <a:pPr>
              <a:defRPr sz="1800"/>
            </a:pPr>
            <a:r>
              <a:t>Preprocessing: head points -&gt; per-frame Gaussian density maps (KDE).</a:t>
            </a:r>
          </a:p>
          <a:p>
            <a:pPr>
              <a:defRPr sz="1800"/>
            </a:pPr>
            <a:r>
              <a:t>Sigma adaptively shrunk in dense regions (KDTree nearest-neighbour spacing).</a:t>
            </a:r>
          </a:p>
          <a:p>
            <a:pPr>
              <a:defRPr sz="1800"/>
            </a:pPr>
            <a:r>
              <a:t>Invariant: sum(density map) == true count, preserved through every resize.</a:t>
            </a:r>
          </a:p>
          <a:p>
            <a:pPr>
              <a:defRPr sz="1800"/>
            </a:pPr>
            <a:r>
              <a:t>Secondary dataset: ShanghaiTech Part B, used to pretrain the CNN before Mall fine-tuning.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Methodology &amp;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Two parallel modes: GT mode (exact, from annotations) vs CNN mode (predicted from pixels).</a:t>
            </a:r>
          </a:p>
          <a:p>
            <a:pPr>
              <a:defRPr sz="1800"/>
            </a:pPr>
            <a:r>
              <a:t>Model: SimpleDensityCNN - small U-Net, encoder 16-&gt;32-&gt;64-&gt;128 channels, skip connections, ~489K parameters.</a:t>
            </a:r>
          </a:p>
          <a:p>
            <a:pPr>
              <a:defRPr sz="1800"/>
            </a:pPr>
            <a:r>
              <a:t>1x1 conv + ReLU head enforces non-negative density output.</a:t>
            </a:r>
          </a:p>
          <a:p>
            <a:pPr>
              <a:defRPr sz="1800"/>
            </a:pPr>
            <a:r>
              <a:t>Training: ShanghaiTech pretrain -&gt; Mall fine-tune.</a:t>
            </a:r>
          </a:p>
          <a:p>
            <a:pPr>
              <a:defRPr sz="1800"/>
            </a:pPr>
            <a:r>
              <a:t>Loss = MSE(density) + 0.001 * |predicted_count - true_count|</a:t>
            </a:r>
          </a:p>
          <a:p>
            <a:pPr>
              <a:defRPr sz="1800"/>
            </a:pPr>
            <a:r>
              <a:t>85/15 train/val split (1700 / 300 frames).</a:t>
            </a:r>
          </a:p>
          <a:p>
            <a:pPr>
              <a:defRPr sz="1800"/>
            </a:pPr>
            <a:r>
              <a:t>Queue-zone suggestion: sliding-window search (integral image) for the lowest-density rectangle.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Results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Baseline (OpenCV MOG2 background subtraction + blob counting): MAE = 7.98</a:t>
            </a:r>
          </a:p>
          <a:p>
            <a:pPr>
              <a:defRPr sz="1800"/>
            </a:pPr>
            <a:r>
              <a:t>Our fine-tuned CNN: MAE = 3.01, RMSE = 3.81  (~2.6x more accurate than baseline)</a:t>
            </a:r>
          </a:p>
          <a:p>
            <a:pPr>
              <a:defRPr sz="1800"/>
            </a:pPr>
            <a:r>
              <a:t>GT mode: MAE = 0 (exact, by construction)</a:t>
            </a:r>
          </a:p>
          <a:p>
            <a:pPr>
              <a:defRPr sz="1800"/>
            </a:pPr>
            <a:r>
              <a:t>Training: MAE dropped from 7.99 (epoch 1) to 2.98 (epoch 9, training set); best val MAE = 3.01 at epoch 9.</a:t>
            </a:r>
          </a:p>
          <a:p>
            <a:pPr>
              <a:defRPr sz="1800"/>
            </a:pPr>
            <a:r>
              <a:t>On counts averaging ~31 people, MAE 3.01 is about 10% relative error.</a:t>
            </a:r>
          </a:p>
          <a:p>
            <a:pPr>
              <a:defRPr sz="1800"/>
            </a:pPr>
            <a:r>
              <a:t>Key insight: a lightweight ~489K-parameter model, briefly fine-tuned, beats a classical CV baseline by a wide margin - the density-map training target (preserving exact counts) drives most of the gain, not model 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Demo + Conclusion /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Demo: run generate_frames.py live - GT-mode heatmap (exact) vs CNN-mode heatmap (predicted).</a:t>
            </a:r>
          </a:p>
          <a:p>
            <a:pPr>
              <a:defRPr sz="1800"/>
            </a:pPr>
            <a:r>
              <a:t>Show HUD (live count, crowd-level alert) and the suggested queue-zone overlay.</a:t>
            </a:r>
          </a:p>
          <a:p>
            <a:pPr>
              <a:defRPr sz="1800"/>
            </a:pPr>
            <a:r>
              <a:t>Conclusion: single frame -&gt; count + density heatmap + actionable queue placement, generalizing beyond annotated data.</a:t>
            </a:r>
          </a:p>
          <a:p>
            <a:pPr>
              <a:defRPr sz="1800"/>
            </a:pPr>
            <a:r>
              <a:t>Future work:</a:t>
            </a:r>
          </a:p>
          <a:p>
            <a:pPr>
              <a:defRPr sz="1800"/>
            </a:pPr>
            <a:r>
              <a:t>  Train/evaluate on denser scenes (ShanghaiTech-scale crowds)</a:t>
            </a:r>
          </a:p>
          <a:p>
            <a:pPr>
              <a:defRPr sz="1800"/>
            </a:pPr>
            <a:r>
              <a:t>  Temporal smoothing across video frames</a:t>
            </a:r>
          </a:p>
          <a:p>
            <a:pPr>
              <a:defRPr sz="1800"/>
            </a:pPr>
            <a:r>
              <a:t>  Multi-camera fusion for store-wide queue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